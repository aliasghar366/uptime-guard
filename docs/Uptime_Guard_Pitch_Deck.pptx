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pic>
        <p:nvPicPr>
          <p:cNvPr id="3" name="Image 0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785" y="14173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Uptime Guard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Maintenance &amp; Lubrication Tracking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paper BF / CF / DF checklists to one live, permanent record.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64785" y="4892040"/>
            <a:ext cx="1463040" cy="36576"/>
          </a:xfrm>
          <a:prstGeom prst="rect">
            <a:avLst/>
          </a:prstGeom>
          <a:solidFill>
            <a:srgbClr val="3B9EF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With Paper Checklists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corrugator plant running BF / CF / DF units on weekly paper sheets runs into the same walls.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16916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562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live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“Not Working” point can sit unnoticed for days until someone happens to flip to that page.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54864" cy="16916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562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Nothing is provable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258568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can be filled in late, backdated, or simply not filled in — there's no way to tell.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57600"/>
            <a:ext cx="54864" cy="16916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221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searchable history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224528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“When was this last greased?” means digging through binders, unit by unit, week by week.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657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657600"/>
            <a:ext cx="54864" cy="16916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8221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accountability trail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224528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pens and shared sheets mean it's rarely clear who actually checked what.</a:t>
            </a:r>
            <a:endParaRPr lang="en-US" sz="1250" dirty="0"/>
          </a:p>
        </p:txBody>
      </p:sp>
      <p:pic>
        <p:nvPicPr>
          <p:cNvPr id="21" name="Image 0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System, One Continuous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role tiers, one workflow -- from a tap on the floor to a permanent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0263F"/>
          </a:solidFill>
          <a:ln w="15875">
            <a:solidFill>
              <a:srgbClr val="3B9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908" y="2121408"/>
            <a:ext cx="512064" cy="512064"/>
          </a:xfrm>
          <a:prstGeom prst="ellipse">
            <a:avLst/>
          </a:prstGeom>
          <a:solidFill>
            <a:srgbClr val="0B1E33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990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 checks a point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42900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it OK or Not Working, right at the machine.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3063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0263F"/>
          </a:solidFill>
          <a:ln w="15875">
            <a:solidFill>
              <a:srgbClr val="3B9E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5988" y="2121408"/>
            <a:ext cx="512064" cy="512064"/>
          </a:xfrm>
          <a:prstGeom prst="ellipse">
            <a:avLst/>
          </a:prstGeom>
          <a:solidFill>
            <a:srgbClr val="0B1E33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598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5888" y="2743200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Working → instant alert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75888" y="342900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 immediately, no waiting for a scheduled sweep.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9320" y="3063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0263F"/>
          </a:solidFill>
          <a:ln w="15875">
            <a:solidFill>
              <a:srgbClr val="3B9E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2068" y="2121408"/>
            <a:ext cx="512064" cy="512064"/>
          </a:xfrm>
          <a:prstGeom prst="ellipse">
            <a:avLst/>
          </a:prstGeom>
          <a:solidFill>
            <a:srgbClr val="0B1E33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206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01968" y="2743200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/ Engineer follows 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342900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Sees it, comments, and clears it once resolved.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15400" y="30632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326880" y="237744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10263F"/>
          </a:solidFill>
          <a:ln w="15875">
            <a:solidFill>
              <a:srgbClr val="3B9E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28148" y="2121408"/>
            <a:ext cx="512064" cy="512064"/>
          </a:xfrm>
          <a:prstGeom prst="ellipse">
            <a:avLst/>
          </a:prstGeom>
          <a:solidFill>
            <a:srgbClr val="0B1E33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28148" y="2121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28048" y="2743200"/>
            <a:ext cx="21122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Permanently recorded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28048" y="3429000"/>
            <a:ext cx="2112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Timestamped, attributed, and reportable -- forever.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roles map to who does which step: Operator → Admin / Lead Operator → Production Engineer → Super Admin, each scoped to their own unit(s).</a:t>
            </a:r>
            <a:endParaRPr lang="en-US" sz="1300" dirty="0"/>
          </a:p>
        </p:txBody>
      </p:sp>
      <p:pic>
        <p:nvPicPr>
          <p:cNvPr id="29" name="Image 0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Person Has Their Own Login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shared accounts, no shared pens.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160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check-off is tied to a real, individual name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role tiers: Super Admin, Production Engineer, Admin / Lead Operator, Operator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account only ever sees the unit(s) it's assigned 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19472" y="2276856"/>
            <a:ext cx="6803136" cy="3044952"/>
          </a:xfrm>
          <a:prstGeom prst="roundRect">
            <a:avLst>
              <a:gd name="adj" fmla="val 1802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10912" y="238658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157216" y="238658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0" y="238658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0" name="Image 0" descr="D:\temp\claude\C--Users-MOS\422bd717-c4e9-4d6f-afa3-4e0fb39e9830\scratchpad\deck\shots\01-login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606040"/>
            <a:ext cx="6583680" cy="2606040"/>
          </a:xfrm>
          <a:prstGeom prst="rect">
            <a:avLst/>
          </a:prstGeom>
        </p:spPr>
      </p:pic>
      <p:pic>
        <p:nvPicPr>
          <p:cNvPr id="11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Daily Checklist, Built From the Real Machines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point straight off the BF / CF / DF sheets.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lubrication point, with its own reference photo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tap: Mark OK or Not Working, with an optional comment and photo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badges show at a glance what's on track, due soon, overdue, or critical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551176"/>
            <a:ext cx="5486400" cy="3730752"/>
          </a:xfrm>
          <a:prstGeom prst="roundRect">
            <a:avLst>
              <a:gd name="adj" fmla="val 1471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660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575304" y="266090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21608" y="266090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5" name="Image 0" descr="D:\temp\claude\C--Users-MOS\422bd717-c4e9-4d6f-afa3-4e0fb39e9830\scratchpad\deck\shots\02-tasks-operator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7288" y="2880360"/>
            <a:ext cx="5266944" cy="3291840"/>
          </a:xfrm>
          <a:prstGeom prst="rect">
            <a:avLst/>
          </a:prstGeom>
        </p:spPr>
      </p:pic>
      <p:pic>
        <p:nvPicPr>
          <p:cNvPr id="16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Permanent Record for Every Lubrication Point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into any point to see its whole 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timeline: every check-off, who did it, and exactly when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ever edited or deleted — corrections happen by adding a new entry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and photos attach to the exact moment in history they belong 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92066" y="2551176"/>
            <a:ext cx="4777388" cy="3730752"/>
          </a:xfrm>
          <a:prstGeom prst="roundRect">
            <a:avLst>
              <a:gd name="adj" fmla="val 1471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83506" y="2660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929810" y="266090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4076114" y="266090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5" name="Image 0" descr="D:\temp\claude\C--Users-MOS\422bd717-c4e9-4d6f-afa3-4e0fb39e9830\scratchpad\deck\shots\03-machine-profile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794" y="2880360"/>
            <a:ext cx="4557932" cy="3291840"/>
          </a:xfrm>
          <a:prstGeom prst="rect">
            <a:avLst/>
          </a:prstGeom>
        </p:spPr>
      </p:pic>
      <p:pic>
        <p:nvPicPr>
          <p:cNvPr id="16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Problems Don't Wait for the Next Shift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alert types, escalating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Marking a point “Not Working” raises an alert immediately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Due-soon, overdue, and critical alerts escalate automatically over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stay open until someone with the right access clears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38666" y="2551176"/>
            <a:ext cx="8684187" cy="3730752"/>
          </a:xfrm>
          <a:prstGeom prst="roundRect">
            <a:avLst>
              <a:gd name="adj" fmla="val 1471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30106" y="2660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976410" y="266090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2122714" y="266090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5" name="Image 0" descr="D:\temp\claude\C--Users-MOS\422bd717-c4e9-4d6f-afa3-4e0fb39e9830\scratchpad\deck\shots\04-alerts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394" y="2880360"/>
            <a:ext cx="8464731" cy="3291840"/>
          </a:xfrm>
          <a:prstGeom prst="rect">
            <a:avLst/>
          </a:prstGeom>
        </p:spPr>
      </p:pic>
      <p:pic>
        <p:nvPicPr>
          <p:cNvPr id="16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Machines, Sections &amp; Tasks -- All Configurable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plant structure, editable without touching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or edit units, sections, and individual lubrication 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an entire unit's structure when a new line is added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a reference photo to every task so nobody has to guess which point it means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00907" y="2551176"/>
            <a:ext cx="4959706" cy="3730752"/>
          </a:xfrm>
          <a:prstGeom prst="roundRect">
            <a:avLst>
              <a:gd name="adj" fmla="val 1471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92347" y="2660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838651" y="266090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3984955" y="266090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5" name="Image 0" descr="D:\temp\claude\C--Users-MOS\422bd717-c4e9-4d6f-afa3-4e0fb39e9830\scratchpad\deck\shots\05-machines-admin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0635" y="2880360"/>
            <a:ext cx="4740250" cy="3291840"/>
          </a:xfrm>
          <a:prstGeom prst="rect">
            <a:avLst/>
          </a:prstGeom>
        </p:spPr>
      </p:pic>
      <p:pic>
        <p:nvPicPr>
          <p:cNvPr id="16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 Exactly Who Can See and Do What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follows the org chart, not shared logins.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160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accounts and assign them to one, several, or all units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can be revoked without deleting that person's history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automatically — Operators and Admins only ever see their own units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19472" y="2048256"/>
            <a:ext cx="6803136" cy="3502152"/>
          </a:xfrm>
          <a:prstGeom prst="roundRect">
            <a:avLst>
              <a:gd name="adj" fmla="val 1567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10912" y="215798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157216" y="215798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0" y="215798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0" name="Image 0" descr="D:\temp\claude\C--Users-MOS\422bd717-c4e9-4d6f-afa3-4e0fb39e9830\scratchpad\deck\shots\06-accounts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77440"/>
            <a:ext cx="6583680" cy="3063240"/>
          </a:xfrm>
          <a:prstGeom prst="rect">
            <a:avLst/>
          </a:prstGeom>
        </p:spPr>
      </p:pic>
      <p:pic>
        <p:nvPicPr>
          <p:cNvPr id="11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See Compliance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health of every unit, on one screen.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compliance percentage and status breakdown, per unit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30-day check-off activity trend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scoped to whatever the viewer has access 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551176"/>
            <a:ext cx="5486400" cy="3730752"/>
          </a:xfrm>
          <a:prstGeom prst="roundRect">
            <a:avLst>
              <a:gd name="adj" fmla="val 1471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660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575304" y="266090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21608" y="266090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5" name="Image 0" descr="D:\temp\claude\C--Users-MOS\422bd717-c4e9-4d6f-afa3-4e0fb39e9830\scratchpad\deck\shots\07-analytics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7288" y="2880360"/>
            <a:ext cx="5266944" cy="3291840"/>
          </a:xfrm>
          <a:prstGeom prst="rect">
            <a:avLst/>
          </a:prstGeom>
        </p:spPr>
      </p:pic>
      <p:pic>
        <p:nvPicPr>
          <p:cNvPr id="16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Change, Permanently Recorded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feed, the whole system, no exceptions.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changed what, and when — across the entire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 accounts, machines, and settings, not just check-offs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20040" cy="320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810512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in this log can be edited or deleted, by anyone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551176"/>
            <a:ext cx="5486400" cy="3730752"/>
          </a:xfrm>
          <a:prstGeom prst="roundRect">
            <a:avLst>
              <a:gd name="adj" fmla="val 1471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66090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575304" y="266090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21608" y="266090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5" name="Image 0" descr="D:\temp\claude\C--Users-MOS\422bd717-c4e9-4d6f-afa3-4e0fb39e9830\scratchpad\deck\shots\08-activity-log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7288" y="2880360"/>
            <a:ext cx="5266944" cy="3291840"/>
          </a:xfrm>
          <a:prstGeom prst="rect">
            <a:avLst/>
          </a:prstGeom>
        </p:spPr>
      </p:pic>
      <p:pic>
        <p:nvPicPr>
          <p:cNvPr id="16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Export Anything, Anytime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data, out the door in one click.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160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CSV export, ready for Excel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PDF report, ready to print or share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 every check-off record the viewer has access 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19472" y="3054096"/>
            <a:ext cx="6803136" cy="1490472"/>
          </a:xfrm>
          <a:prstGeom prst="roundRect">
            <a:avLst>
              <a:gd name="adj" fmla="val 3681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10912" y="316382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157216" y="316382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0" y="316382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0" name="Image 0" descr="D:\temp\claude\C--Users-MOS\422bd717-c4e9-4d6f-afa3-4e0fb39e9830\scratchpad\deck\shots\09-reports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383280"/>
            <a:ext cx="6583680" cy="1051560"/>
          </a:xfrm>
          <a:prstGeom prst="rect">
            <a:avLst/>
          </a:prstGeom>
        </p:spPr>
      </p:pic>
      <p:pic>
        <p:nvPicPr>
          <p:cNvPr id="11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Tune the Warning Windows to Your Plant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822960" cy="45720"/>
          </a:xfrm>
          <a:prstGeom prst="rect">
            <a:avLst/>
          </a:prstGeom>
          <a:solidFill>
            <a:srgbClr val="3B9E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once, applies everywhere.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160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how many days ahead a “due soon” warning should appear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how many days overdue before an item escalates to critical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Plant-wide defaults, controlled by the Super Admin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19472" y="2734056"/>
            <a:ext cx="6803136" cy="2130552"/>
          </a:xfrm>
          <a:prstGeom prst="roundRect">
            <a:avLst>
              <a:gd name="adj" fmla="val 2575"/>
            </a:avLst>
          </a:prstGeom>
          <a:solidFill>
            <a:srgbClr val="10263F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10912" y="284378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157216" y="284378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0" y="2843784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0" name="Image 0" descr="D:\temp\claude\C--Users-MOS\422bd717-c4e9-4d6f-afa3-4e0fb39e9830\scratchpad\deck\shots\10-alert-settings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063240"/>
            <a:ext cx="6583680" cy="1691640"/>
          </a:xfrm>
          <a:prstGeom prst="rect">
            <a:avLst/>
          </a:prstGeom>
        </p:spPr>
      </p:pic>
      <p:pic>
        <p:nvPicPr>
          <p:cNvPr id="11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pic>
        <p:nvPicPr>
          <p:cNvPr id="3" name="Image 0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665" y="11887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Paper to a Living System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324612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check-off, every alert, every photo — recorded the moment it happens, and never lost.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194560" y="41605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0263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317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33172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the real crew accounts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41605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0263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go-live date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41605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0263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1812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 the paper sheets for good</a:t>
            </a:r>
            <a:endParaRPr lang="en-US" sz="1200" dirty="0"/>
          </a:p>
        </p:txBody>
      </p:sp>
      <p:pic>
        <p:nvPicPr>
          <p:cNvPr id="15" name="Image 1" descr="D:\temp\claude\C--Users-MOS\422bd717-c4e9-4d6f-afa3-4e0fb39e9830\scratchpad\deck\shots\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55664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1792" y="6446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GUARD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612880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Uptime Guard -- Product Walkthrough</dc:title>
  <dc:subject>PptxGenJS Presentation</dc:subject>
  <dc:creator>Uptime Guard</dc:creator>
  <cp:lastModifiedBy>Uptime Guard</cp:lastModifiedBy>
  <cp:revision>1</cp:revision>
  <dcterms:created xsi:type="dcterms:W3CDTF">2026-09-01T08:54:00Z</dcterms:created>
  <dcterms:modified xsi:type="dcterms:W3CDTF">2026-09-01T08:54:00Z</dcterms:modified>
</cp:coreProperties>
</file>